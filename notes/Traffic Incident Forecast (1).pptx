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DpDYMFgf/gWbz5Ojh//jlBVyr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04F76C-FAB2-4C17-B0B2-B54CE965281A}">
  <a:tblStyle styleId="{B404F76C-FAB2-4C17-B0B2-B54CE96528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Traffic Incident Forecast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Ryan &amp; Anudeep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instead of ‘Hackathon’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Comparative study between CPU solution &amp; NVIDIA SPARK GPU solution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 a STRONG base solution architecture first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Medallion architecture for data pipeline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API -&gt; Bronze (raw)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Bronze -&gt; Silver (structured)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Silver -&gt; Gold (H3, hour incident aggregates)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Rich Gold (hourly lags, rolling statistics: min max mean std)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Model competition pipeline for training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Linear, Poisson, RF, XGBoost regressors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3-fold CV and hold out performance stats (RMSE, R^2, latency)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champion model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Serving layer</a:t>
            </a:r>
            <a:endParaRPr/>
          </a:p>
          <a:p>
            <a: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pipeline -&gt; champion model serve -&gt; front end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 solution architecture on CPU and Spark, then compare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CPU stack: numpy, pandas, sklearn, CPU processing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GPU stack: cuPy, cuDF, cuML, DGX Spark GPU processing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Core Philosophy</a:t>
            </a:r>
            <a:endParaRPr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Product first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Medallion architecture with clear data contracts: Bronze → Silver → Gold → Rich Gold enables plug-and-play data products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Data product-first design: conform to structure once, flow through pipeline automatically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Fuzzy merging by location &amp; time with neighbor fallback ensures complete coverage without data loss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 a STRONG architecture second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Diligence and strategy for a CPU build to discover</a:t>
            </a:r>
            <a:endParaRPr/>
          </a:p>
          <a:p>
            <a:pPr indent="-31083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Feasibility and performance</a:t>
            </a:r>
            <a:endParaRPr/>
          </a:p>
          <a:p>
            <a:pPr indent="-31083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Early pain-point discovery</a:t>
            </a:r>
            <a:endParaRPr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leakage, unfair-advantage aggregations (look forward time indexing)</a:t>
            </a:r>
            <a:endParaRPr/>
          </a:p>
          <a:p>
            <a:pPr indent="-31083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Pipeline optimization and smoothing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 on the NVIDIA DGX Spark using NVIDIA Stack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Methodology preservation: identical pipeline, same CV, feature parity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Library replacement: (pd, np, sklearn) -&gt; (cuDF, cuPy, cuML)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Performance optimizations: RMM memory pool (RAPIDS), GPU-native batch processing, zero-copy operations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100% GPU-first architecture with strategic CPU fallbacks and an “apples-to-apples” comparison setup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Training Results</a:t>
            </a:r>
            <a:endParaRPr/>
          </a:p>
        </p:txBody>
      </p:sp>
      <p:graphicFrame>
        <p:nvGraphicFramePr>
          <p:cNvPr id="73" name="Google Shape;73;p4"/>
          <p:cNvGraphicFramePr/>
          <p:nvPr/>
        </p:nvGraphicFramePr>
        <p:xfrm>
          <a:off x="7450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{B404F76C-FAB2-4C17-B0B2-B54CE965281A}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5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Metric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CPU Champion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GPU Champion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Difference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Model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XGBoost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XGBoost_GPU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Same algorithm, different hardware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Platform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CPU (standard)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NVIDIA GB10 (Blackwell)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GPU-accelerated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R^2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0.9910</a:t>
                      </a:r>
                      <a:endParaRPr b="1"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0.9288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CPU: +6.7% better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RMSE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0.0144</a:t>
                      </a:r>
                      <a:endParaRPr b="1"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0.0407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CPU: 64.6% lower (better)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Training Time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5.26s</a:t>
                      </a:r>
                      <a:endParaRPr b="1"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42.98s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CPU: 8.2x faster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Inference Latency (p50)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11.74ms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5.37ms</a:t>
                      </a:r>
                      <a:endParaRPr b="1"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GPU: Very fast inference</a:t>
                      </a:r>
                      <a:endParaRPr sz="1200" u="none" cap="none" strike="noStrike">
                        <a:solidFill>
                          <a:srgbClr val="1F2328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" name="Google Shape;74;p4"/>
          <p:cNvSpPr txBox="1"/>
          <p:nvPr/>
        </p:nvSpPr>
        <p:spPr>
          <a:xfrm>
            <a:off x="745050" y="4667075"/>
            <a:ext cx="72753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Data - Rows: 3,909 records, Features: 105 numeric features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1152475"/>
            <a:ext cx="8520600" cy="3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CPU solution would be best for </a:t>
            </a:r>
            <a:r>
              <a:rPr i="1" lang="en" u="sng"/>
              <a:t>this project</a:t>
            </a:r>
            <a:endParaRPr i="1" u="sng"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Superior regression metrics and lower prediction error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 u="sng"/>
              <a:t>But what if more data?</a:t>
            </a:r>
            <a:endParaRPr i="1" u="sng"/>
          </a:p>
          <a:p>
            <a:pPr indent="-31083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We would see GPU handling much richer data and scaling better</a:t>
            </a:r>
            <a:endParaRPr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At n = 4000 rows, GPU inference ~ 2X faster</a:t>
            </a:r>
            <a:endParaRPr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At O(n) complexity</a:t>
            </a:r>
            <a:endParaRPr/>
          </a:p>
          <a:p>
            <a:pPr indent="-310832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CPU sequential pointing, cache vs GPU SMID, global memory</a:t>
            </a:r>
            <a:endParaRPr/>
          </a:p>
          <a:p>
            <a:pPr indent="-310832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At n = 10,000 rows the GPU would be 10-20X faster</a:t>
            </a:r>
            <a:endParaRPr/>
          </a:p>
          <a:p>
            <a:pPr indent="-310832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But why would we do more data when CPU XGBoost is already R^2 0.991 (no leakage confirmed)?</a:t>
            </a:r>
            <a:endParaRPr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 we need more training data for a better “next hour” predictor? - (0.01 RMSE) </a:t>
            </a:r>
            <a:r>
              <a:rPr i="1" lang="en"/>
              <a:t>No</a:t>
            </a:r>
            <a:r>
              <a:rPr lang="en"/>
              <a:t> </a:t>
            </a:r>
            <a:endParaRPr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2X time saving huge at our current inference OoM? (6.5 ms) </a:t>
            </a:r>
            <a:r>
              <a:rPr i="1" lang="en"/>
              <a:t>No</a:t>
            </a:r>
            <a:endParaRPr i="1"/>
          </a:p>
          <a:p>
            <a:pPr indent="-310832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CPU solution would be </a:t>
            </a:r>
            <a:r>
              <a:rPr i="1" lang="en" u="sng"/>
              <a:t>cheaper</a:t>
            </a:r>
            <a:r>
              <a:rPr lang="en"/>
              <a:t> to host and </a:t>
            </a:r>
            <a:r>
              <a:rPr i="1" lang="en" u="sng"/>
              <a:t>scale horizontally</a:t>
            </a:r>
            <a:r>
              <a:rPr lang="en"/>
              <a:t> as part of a K8s cluster with CPU based pods in container runtime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Careful solutioning can save money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By focusing on the </a:t>
            </a:r>
            <a:r>
              <a:rPr b="1" i="1" lang="en"/>
              <a:t>data product</a:t>
            </a:r>
            <a:r>
              <a:rPr lang="en"/>
              <a:t> and a </a:t>
            </a:r>
            <a:r>
              <a:rPr b="1" i="1" lang="en"/>
              <a:t>strong logical architecture</a:t>
            </a:r>
            <a:endParaRPr b="1" i="1"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And </a:t>
            </a:r>
            <a:r>
              <a:rPr i="1" lang="en"/>
              <a:t>patiently</a:t>
            </a:r>
            <a:r>
              <a:rPr lang="en"/>
              <a:t> creating a </a:t>
            </a:r>
            <a:r>
              <a:rPr b="1" i="1" lang="en"/>
              <a:t>strong CPU baseline </a:t>
            </a:r>
            <a:r>
              <a:rPr lang="en"/>
              <a:t>first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 show this is a better approach to </a:t>
            </a:r>
            <a:r>
              <a:rPr i="1" lang="en"/>
              <a:t>real-world solution</a:t>
            </a:r>
            <a:r>
              <a:rPr lang="en"/>
              <a:t> over “throwing the kitchen sink” at a GPU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173425" y="15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86" name="Google Shape;86;p6" title="Screenshot 2025-12-14 at 9.16.1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738" y="732525"/>
            <a:ext cx="6283969" cy="410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